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52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3FC1-A9AA-6D27-23B4-9FFF9CBAF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42117-1E98-178A-6AE5-D327565BB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88745-316C-9086-A07E-8892D228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42F23-8802-2BAB-E24B-A7122B61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83DED-B72F-324F-B259-D8B5DCD7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8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B03B-F094-0020-0177-4F011051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8C7B-3A90-E41F-0322-ACC35BDB1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BFAC-6388-95EB-FEB5-146344CF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932D4-D488-D823-9F2E-62C05BB8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6636D-41F8-4982-2C60-5E962339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9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0F05-344F-373E-73FC-F9406A36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DB337-A368-5EC9-BAE4-9DE33CE44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4DF86-541B-F0DB-93A8-F8D1A1CA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9B921-64E0-9E00-9455-B828AA9E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A1C67-8AF9-328F-BAD6-82D111D4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0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866B-D259-1854-E337-57C0767E6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CFCB-AF10-4227-9B0E-0A562B0D2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FB328-E16F-B6AA-BCC1-53853FAFF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78D66-18E2-0952-3FED-A3AEC6F4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A3924-CC98-0A5B-BF92-9D4F2A6C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5F47B-8A46-1C03-54BC-DFE665BB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4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2E1E-33A3-2A08-23D8-0B5819F3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CB705-F2E7-92CF-4EEB-BA9DE0103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C8CD2-1B16-8BA8-1891-76D3E219C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DADA1-C1A5-9BAE-4BAF-973AD82B1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30DB1-D34C-9149-4DDE-E4072963E7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A5812-27D6-21EB-BF2F-1756590F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90F75-0F6E-82AB-5FAE-14E9584D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B3568-10FF-F552-ADC4-D86985BD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177B-5515-FB4A-2FFA-67A9F57F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15113-DC2E-DDE5-1B89-94AE378F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92418-F0C4-78CD-3132-31C0183A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20244-6484-A8A9-C01C-5A6CAB0F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16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4D344-F92B-977D-EE9D-7DBFBB08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58B93-269C-6DCE-D939-81657DC2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AF007-55D2-2C8A-1BF7-7413CAA6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9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6081-A9D2-AB03-9907-D8E4AC20E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2A73-8D5A-1C5A-CAC6-E127E76D4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2CF08-EFDC-8770-EA3A-0F707B6F6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59FC5-63D5-C04F-41B3-5D64DC58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2A153-626F-7801-2A20-DE1FDC29C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1DD39-F000-3F05-2A6A-233A22E2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4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9ADD-ED7B-8F39-D38C-73887675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09327-B3CD-D06B-74BE-B74123F91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08023-DDE9-E9FF-6D33-24E60B6B9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7D299-2ABA-F865-9661-1EE442C70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258E7-5A53-BF95-CE8E-283D9F8E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E8350-DFEC-8148-D05F-7E144EAE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0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21B4-8808-2C5D-5634-CD818F40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02164-7A0A-A876-D565-B06319F51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6798-47D6-291B-9572-EC844B61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1708F-553F-2199-8819-00D1E004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2E078-DEE6-C559-7D09-22C1CD0A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2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A55D8-F2AA-E550-F074-BA52A5CEE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96CC0-4D3C-14FD-351B-C594B61AB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400F-7E04-CF1B-FBCB-879B14FC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C4D90-8DEA-B198-9CFB-040FF1418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E5986-C206-DD6D-0494-928FA76C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5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72B1AF-0EB2-766F-1050-ADCA1562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D9F61-758D-C4DD-004E-F840EF5E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2A5F9-2564-9C96-8047-1CB622687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D05ED-7711-4491-87BD-8956D76A699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2B5FE-541E-2E8E-7F58-02C071B87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0C413-9FAB-DE34-D764-0C8A26146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02BFA-7E8C-48FF-B18F-D1D1AD149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microsoft.com/office/2007/relationships/hdphoto" Target="../media/hdphoto5.wdp"/><Relationship Id="rId2" Type="http://schemas.openxmlformats.org/officeDocument/2006/relationships/image" Target="../media/image1.svg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2.png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microsoft.com/office/2007/relationships/hdphoto" Target="../media/hdphoto5.wdp"/><Relationship Id="rId2" Type="http://schemas.openxmlformats.org/officeDocument/2006/relationships/image" Target="../media/image1.svg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5" Type="http://schemas.openxmlformats.org/officeDocument/2006/relationships/image" Target="../media/image21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3533A57-6D12-EEF3-837A-B6EEB2379666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3686175"/>
            <a:ext cx="4300547" cy="1919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C6121-1E0B-19F1-34B5-BB7DAC18F7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540" y="1809750"/>
            <a:ext cx="2857500" cy="1619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DA1836-C346-8FF6-1E26-68B09CE7352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540" y="5198068"/>
            <a:ext cx="1824759" cy="457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C76AF0-B8BA-1C3C-8D39-C2849D1C40E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24" y="568222"/>
            <a:ext cx="1838325" cy="2542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0B6F81-CC09-ADA2-CAC6-20C4F26360B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843" y="369241"/>
            <a:ext cx="1177943" cy="4667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0E09DC-51A3-A0BA-F8C8-C3327FA4AC4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299" y="403241"/>
            <a:ext cx="1704975" cy="4830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A97F4A-2C6B-9069-8192-720A08632A1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299" y="520096"/>
            <a:ext cx="2638425" cy="8373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C716655-C2B1-0D02-9FFD-F54C2F587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4" y="1600200"/>
            <a:ext cx="2548446" cy="633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46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DDE3D-2F2D-7D26-EE6D-BD16BD64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F7FF3A0-BA56-ADDB-AB5D-A6BAF1DEB571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bg2">
                <a:shade val="45000"/>
                <a:satMod val="135000"/>
              </a:schemeClr>
              <a:prstClr val="white"/>
            </a:duotone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6571" y="4238423"/>
            <a:ext cx="4300547" cy="1919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F92759-16DE-439B-A05C-45D448D36A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540" y="1809750"/>
            <a:ext cx="2857500" cy="1619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1168BE-EA5D-15C3-B01B-FBF82CF60E8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540" y="4604316"/>
            <a:ext cx="4193830" cy="10510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B314FC-6EE6-6CCA-0D1B-07AF208AC5C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04" y="2532803"/>
            <a:ext cx="7367431" cy="10187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61F6E5-F5AA-1507-1558-0D5FA47A29F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315"/>
            <a:ext cx="3481918" cy="13798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ACB810-D73B-67A4-35A1-0EF43EA905B7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299" y="-493486"/>
            <a:ext cx="4869895" cy="13798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2C2C52-9579-A656-D90B-AF30FBDE72AA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299" y="520096"/>
            <a:ext cx="2638425" cy="8373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68FC50B-FD40-FCF8-E255-5511A9FDB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3" y="520096"/>
            <a:ext cx="6896031" cy="171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286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ABA58-85CF-A653-D9FA-5890761E9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9156CB8-55D1-42A5-73A6-93871292917F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bg2">
                <a:shade val="45000"/>
                <a:satMod val="135000"/>
              </a:schemeClr>
              <a:prstClr val="white"/>
            </a:duotone>
            <a:lum bright="-2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6571" y="4238423"/>
            <a:ext cx="4300547" cy="1919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97800D-2E9D-79EE-6F5D-5258726772A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469" y="2458699"/>
            <a:ext cx="2857500" cy="1619250"/>
          </a:xfrm>
          <a:prstGeom prst="rect">
            <a:avLst/>
          </a:prstGeom>
          <a:ln w="34298" cap="flat">
            <a:noFill/>
            <a:prstDash val="solid"/>
            <a:miter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E3709B-A52A-E520-4AA1-C25741C4D57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540" y="4604316"/>
            <a:ext cx="4193830" cy="1051085"/>
          </a:xfrm>
          <a:prstGeom prst="rect">
            <a:avLst/>
          </a:prstGeom>
          <a:ln w="34298" cap="flat">
            <a:noFill/>
            <a:prstDash val="solid"/>
            <a:miter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D09C3A-B1F5-7C77-AE9D-9B6ECB6BB51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04" y="2532803"/>
            <a:ext cx="7367431" cy="10187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7E633E-DAC7-9381-36CD-71A6639245E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1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315"/>
            <a:ext cx="3481918" cy="13798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F134A9-079E-7495-289B-B1CA5924CB70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1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299" y="-493486"/>
            <a:ext cx="4869895" cy="13798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C17AFF-C685-A58D-CC0D-78AD4A89D69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085" y="1101661"/>
            <a:ext cx="2638425" cy="8373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B41F92C-BA12-1895-6D10-EBEE9BDE1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1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571" y="1027238"/>
            <a:ext cx="6896031" cy="171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813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Krahnstoever</dc:creator>
  <cp:lastModifiedBy>Lars Krahnstoever</cp:lastModifiedBy>
  <cp:revision>4</cp:revision>
  <dcterms:created xsi:type="dcterms:W3CDTF">2026-06-09T18:21:10Z</dcterms:created>
  <dcterms:modified xsi:type="dcterms:W3CDTF">2026-06-10T11:38:17Z</dcterms:modified>
</cp:coreProperties>
</file>